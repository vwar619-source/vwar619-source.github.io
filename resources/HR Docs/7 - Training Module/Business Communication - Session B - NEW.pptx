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League Spartan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slides/slide1.xml" Type="http://schemas.openxmlformats.org/officeDocument/2006/relationships/slide"/><Relationship Id="rId16" Target="slides/slide2.xml" Type="http://schemas.openxmlformats.org/officeDocument/2006/relationships/slide"/><Relationship Id="rId17" Target="slides/slide3.xml" Type="http://schemas.openxmlformats.org/officeDocument/2006/relationships/slide"/><Relationship Id="rId18" Target="slides/slide4.xml" Type="http://schemas.openxmlformats.org/officeDocument/2006/relationships/slide"/><Relationship Id="rId19" Target="slides/slide5.xml" Type="http://schemas.openxmlformats.org/officeDocument/2006/relationships/slide"/><Relationship Id="rId2" Target="presProps.xml" Type="http://schemas.openxmlformats.org/officeDocument/2006/relationships/presProps"/><Relationship Id="rId20" Target="slides/slide6.xml" Type="http://schemas.openxmlformats.org/officeDocument/2006/relationships/slide"/><Relationship Id="rId21" Target="slides/slide7.xml" Type="http://schemas.openxmlformats.org/officeDocument/2006/relationships/slide"/><Relationship Id="rId22" Target="slides/slide8.xml" Type="http://schemas.openxmlformats.org/officeDocument/2006/relationships/slide"/><Relationship Id="rId23" Target="slides/slide9.xml" Type="http://schemas.openxmlformats.org/officeDocument/2006/relationships/slide"/><Relationship Id="rId24" Target="slides/slide10.xml" Type="http://schemas.openxmlformats.org/officeDocument/2006/relationships/slide"/><Relationship Id="rId25" Target="slides/slide11.xml" Type="http://schemas.openxmlformats.org/officeDocument/2006/relationships/slide"/><Relationship Id="rId26" Target="slides/slide12.xml" Type="http://schemas.openxmlformats.org/officeDocument/2006/relationships/slide"/><Relationship Id="rId27" Target="slides/slide13.xml" Type="http://schemas.openxmlformats.org/officeDocument/2006/relationships/slide"/><Relationship Id="rId28" Target="slides/slide14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028700"/>
            <a:ext cx="3301263" cy="234689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29789" t="0" r="25375" b="0"/>
          <a:stretch>
            <a:fillRect/>
          </a:stretch>
        </p:blipFill>
        <p:spPr>
          <a:xfrm flipH="false" flipV="false" rot="0">
            <a:off x="10303002" y="-1428076"/>
            <a:ext cx="8839105" cy="13143152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864454" y="4802156"/>
            <a:ext cx="8839935" cy="3818751"/>
            <a:chOff x="0" y="0"/>
            <a:chExt cx="11786581" cy="50916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1786581" cy="416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Bus</a:t>
              </a: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iness</a:t>
              </a:r>
            </a:p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Communication – Session B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415394"/>
              <a:ext cx="1117184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Non-V</a:t>
              </a: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erbal Communication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4454" y="9103717"/>
            <a:ext cx="9449297" cy="27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0"/>
              </a:lnSpc>
            </a:pPr>
            <a:r>
              <a:rPr lang="en-US" sz="1528" spc="305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612063" y="4278699"/>
            <a:ext cx="6448241" cy="1729601"/>
            <a:chOff x="0" y="0"/>
            <a:chExt cx="8597654" cy="23061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1379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450"/>
                </a:lnSpc>
              </a:pPr>
              <a:r>
                <a:rPr lang="en-US" sz="6500">
                  <a:solidFill>
                    <a:srgbClr val="DF5A49"/>
                  </a:solidFill>
                  <a:latin typeface="League Spartan"/>
                </a:rPr>
                <a:t>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58435"/>
              <a:ext cx="859765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Key Points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51377" y="3402330"/>
            <a:ext cx="9272169" cy="338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C</a:t>
            </a:r>
            <a:r>
              <a:rPr lang="en-US" sz="4800">
                <a:solidFill>
                  <a:srgbClr val="FAFAFA"/>
                </a:solidFill>
                <a:latin typeface="Glacial Indifference"/>
              </a:rPr>
              <a:t>ommunication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Techniques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Speaking and Writing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General Tips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776092" y="1695571"/>
            <a:ext cx="4483208" cy="689585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28700" y="3674663"/>
            <a:ext cx="2057400" cy="205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500770" y="3674663"/>
            <a:ext cx="2057400" cy="205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918365" y="3674663"/>
            <a:ext cx="2057400" cy="205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8341000" y="3674663"/>
            <a:ext cx="2057400" cy="205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028700" y="6105685"/>
            <a:ext cx="2057400" cy="205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3500770" y="6105685"/>
            <a:ext cx="2057400" cy="205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5918365" y="6105685"/>
            <a:ext cx="2057400" cy="2057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8341000" y="6105685"/>
            <a:ext cx="2057400" cy="2057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64454" y="816829"/>
            <a:ext cx="10107822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600">
                <a:solidFill>
                  <a:srgbClr val="FFFFFF"/>
                </a:solidFill>
                <a:latin typeface="League Spartan"/>
              </a:rPr>
              <a:t>Non Verbal Messages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454" y="1965405"/>
            <a:ext cx="93874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The </a:t>
            </a:r>
            <a:r>
              <a:rPr lang="en-US" sz="1200">
                <a:solidFill>
                  <a:srgbClr val="FAFAFA"/>
                </a:solidFill>
                <a:latin typeface="Arimo Bold"/>
              </a:rPr>
              <a:t>primary</a:t>
            </a:r>
            <a:r>
              <a:rPr lang="en-US" sz="3000">
                <a:solidFill>
                  <a:srgbClr val="FAFAFA"/>
                </a:solidFill>
                <a:latin typeface="Glacial Indifference Bold"/>
              </a:rPr>
              <a:t> way that we</a:t>
            </a:r>
            <a:r>
              <a:rPr lang="en-US" sz="3000">
                <a:solidFill>
                  <a:srgbClr val="FAFAFA"/>
                </a:solidFill>
                <a:latin typeface="Glacial Indifference Bold"/>
              </a:rPr>
              <a:t> communicate emotions.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4454" y="821591"/>
            <a:ext cx="8956031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</a:rPr>
              <a:t>Paraverb</a:t>
            </a:r>
            <a:r>
              <a:rPr lang="en-US" sz="4800">
                <a:solidFill>
                  <a:srgbClr val="FFFFFF"/>
                </a:solidFill>
                <a:latin typeface="League Spartan"/>
              </a:rPr>
              <a:t>al messages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4454" y="1965405"/>
            <a:ext cx="938743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R</a:t>
            </a:r>
            <a:r>
              <a:rPr lang="en-US" sz="3000">
                <a:solidFill>
                  <a:srgbClr val="FAFAFA"/>
                </a:solidFill>
                <a:latin typeface="Glacial Indifference Bold"/>
              </a:rPr>
              <a:t>efers to the messages that we transmit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through the tone, pitch, and pacing of our voices.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269344" y="3830526"/>
            <a:ext cx="9749312" cy="2625949"/>
            <a:chOff x="0" y="0"/>
            <a:chExt cx="12999083" cy="350126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12999083" cy="102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40"/>
                </a:lnSpc>
              </a:pPr>
              <a:r>
                <a:rPr lang="en-US" sz="4800">
                  <a:solidFill>
                    <a:srgbClr val="FFFFFF"/>
                  </a:solidFill>
                  <a:latin typeface="League Spartan"/>
                </a:rPr>
                <a:t>"I didn't SAY you were stupid"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29963"/>
              <a:ext cx="12999083" cy="102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40"/>
                </a:lnSpc>
              </a:pPr>
              <a:r>
                <a:rPr lang="en-US" sz="4800">
                  <a:solidFill>
                    <a:srgbClr val="FFFFFF"/>
                  </a:solidFill>
                  <a:latin typeface="League Spartan"/>
                </a:rPr>
                <a:t>"I didn't say YOU were stupid"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78280"/>
              <a:ext cx="12999083" cy="102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40"/>
                </a:lnSpc>
              </a:pPr>
              <a:r>
                <a:rPr lang="en-US" sz="4800">
                  <a:solidFill>
                    <a:srgbClr val="FFFFFF"/>
                  </a:solidFill>
                  <a:latin typeface="League Spartan"/>
                </a:rPr>
                <a:t>"I didn't say you were STUPID"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789114"/>
            <a:ext cx="6859721" cy="2708771"/>
            <a:chOff x="0" y="0"/>
            <a:chExt cx="9146294" cy="36116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Recieving Messages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399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A must have skill.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51377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Requires Concentration &amp; Energy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Involves a psychological connection with the speaker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Includes a desire and willingness to try and see things from another's perspective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Requires that we suspend judgement and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278574"/>
            <a:ext cx="6859721" cy="3729851"/>
            <a:chOff x="0" y="0"/>
            <a:chExt cx="9146294" cy="49731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4046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Positive Non- Verbal Communication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32543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Roadblocks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16215" y="321945"/>
            <a:ext cx="9604835" cy="957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Smiling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There's nothing like a smile and pleasant face to greet a cusotmer, especially if he/she has a complaint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Eye-Contact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Always look into the eyes of your Customer. Always address them directly.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How you Look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Personal grooming has a big impact on customers. Let your customers know how seriously you take your position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Shaking Hands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When shaking hands with a customer a firm and professional handshake is expected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26083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Key </a:t>
            </a:r>
          </a:p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Listening Skills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562225"/>
            <a:ext cx="9272169" cy="509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Non-Verbal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Giving full physical attention to speaker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Beware of speaker's non verbal messages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Verbal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Paying attention to the words and feelings that are expressed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26083" y="3584575"/>
            <a:ext cx="685972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Positive Listening Techniques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3522345"/>
            <a:ext cx="9272169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Prepare to Listen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Focus on the speaker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Screen Out Distractions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Concentrate on the Message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Listen to tapes while you communicate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211899"/>
            <a:ext cx="685972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What makes a good Communication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009337" y="7359408"/>
            <a:ext cx="4187436" cy="149225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7796407" y="4169356"/>
            <a:ext cx="4187436" cy="149225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5400000">
            <a:off x="13849180" y="4169356"/>
            <a:ext cx="4187436" cy="149225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636250" y="1028700"/>
            <a:ext cx="4187436" cy="149225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945038" y="1976725"/>
            <a:ext cx="4476012" cy="84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5169">
                <a:solidFill>
                  <a:srgbClr val="FFFFFF"/>
                </a:solidFill>
                <a:latin typeface="Glacial Indifference Bold"/>
              </a:rPr>
              <a:t>Adequacy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3081" y="6722191"/>
            <a:ext cx="2418612" cy="84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5169">
                <a:solidFill>
                  <a:srgbClr val="FFFFFF"/>
                </a:solidFill>
                <a:latin typeface="Glacial Indifference Bold"/>
              </a:rPr>
              <a:t>Timing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952049"/>
            <a:ext cx="2896112" cy="84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5169">
                <a:solidFill>
                  <a:srgbClr val="FFFFFF"/>
                </a:solidFill>
                <a:latin typeface="Glacial Indifference Bold"/>
              </a:rPr>
              <a:t>Integrity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8881" y="1976725"/>
            <a:ext cx="2896112" cy="84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5169">
                <a:solidFill>
                  <a:srgbClr val="FFFFFF"/>
                </a:solidFill>
                <a:latin typeface="Glacial Indifference Bold"/>
              </a:rPr>
              <a:t>Clarity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4443730"/>
            <a:ext cx="6859721" cy="1399540"/>
            <a:chOff x="0" y="0"/>
            <a:chExt cx="9146294" cy="186605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132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Tips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18353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Points to Remember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3522345"/>
            <a:ext cx="9272169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Maintain 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eye contact with the audience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Body awareness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Gestures and expressions 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Convey one's thoughts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Practice effective communication skills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933190"/>
            <a:ext cx="6859721" cy="2420620"/>
            <a:chOff x="0" y="0"/>
            <a:chExt cx="9146294" cy="32274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Right </a:t>
              </a:r>
            </a:p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Attitude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579793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Make it Important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Int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end to Improve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Visualize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F</a:t>
            </a:r>
            <a:r>
              <a:rPr lang="en-US" sz="3600">
                <a:solidFill>
                  <a:srgbClr val="FFFFFF"/>
                </a:solidFill>
                <a:latin typeface="Glacial Indifference"/>
              </a:rPr>
              <a:t>l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exible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Likable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Commit to Being Truthful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Emp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athize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Don’t take yourself too seriously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933190"/>
            <a:ext cx="6859721" cy="2420620"/>
            <a:chOff x="0" y="0"/>
            <a:chExt cx="9146294" cy="32274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Right </a:t>
              </a:r>
            </a:p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Attitude(contd).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579793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Make it Important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Eliminate 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Negative Feelings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receptive to New Ideas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Take Responsibility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Respectthe Other Person’s Point of View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Recognize the Impact of Stress on Communication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real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584575"/>
            <a:ext cx="685972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Ways to encourage</a:t>
            </a:r>
          </a:p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C</a:t>
            </a:r>
            <a:r>
              <a:rPr lang="en-US" sz="6200">
                <a:solidFill>
                  <a:srgbClr val="DF5A49"/>
                </a:solidFill>
                <a:latin typeface="League Spartan"/>
              </a:rPr>
              <a:t>ommunication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It is two way process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It involves 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active listening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It 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reflects the accountability of speaker and listener.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It utilizes feedback.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It is free of stress.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It is clear.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9529" y="4286250"/>
            <a:ext cx="67689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DAECsZmgRKw</dc:identifier>
  <dcterms:modified xsi:type="dcterms:W3CDTF">2011-08-01T06:04:30Z</dcterms:modified>
  <cp:revision>1</cp:revision>
  <dc:title>Business Coms - II</dc:title>
</cp:coreProperties>
</file>